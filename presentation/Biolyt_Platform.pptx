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17.1M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13,677,840 nodes   17,066,705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3,070,232</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1,018,855</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161,588</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17.1M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