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17.0M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13,675,138 nodes   16,996,087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1,018,807</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158,934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17.0M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