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16.9M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13,675,138 nodes   16,933,944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3,070,232</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1,018,807</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158,934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Four tiers, most relia</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16.9M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