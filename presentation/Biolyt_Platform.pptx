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16.8M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13,676,986 nodes   16,830,561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3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ICD11, Disease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25" name="Rounded Rectangle 24"/>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7" name="TextBox 26"/>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29" name="TextBox 28"/>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
        <p:nvSpPr>
          <p:cNvPr id="30" name="Rounded Rectangle 2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33" name="Rounded Rectangle 3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35" name="TextBox 3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52.0 MB</a:t>
            </a:r>
          </a:p>
        </p:txBody>
      </p:sp>
      <p:sp>
        <p:nvSpPr>
          <p:cNvPr id="36" name="TextBox 3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37" name="TextBox 3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Disease</a:t>
            </a:r>
          </a:p>
        </p:txBody>
      </p:sp>
      <p:sp>
        <p:nvSpPr>
          <p:cNvPr id="38" name="TextBox 3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9" name="TextBox 3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0" name="TextBox 3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41" name="TextBox 4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20"/>
                                        <p:tgtEl>
                                          <p:spTgt spid="29"/>
                                        </p:tgtEl>
                                      </p:cBhvr>
                                    </p:animEffect>
                                    <p:anim calcmode="lin" valueType="num">
                                      <p:cBhvr additive="base">
                                        <p:cTn id="12" dur="420" fill="hold"/>
                                        <p:tgtEl>
                                          <p:spTgt spid="2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1"/>
                                        </p:tgtEl>
                                        <p:attrNameLst>
                                          <p:attrName>style.visibility</p:attrName>
                                        </p:attrNameLst>
                                      </p:cBhvr>
                                      <p:to>
                                        <p:strVal val="visible"/>
                                      </p:to>
                                    </p:set>
                                    <p:animEffect transition="in" filter="fade">
                                      <p:cBhvr>
                                        <p:cTn id="15" dur="420"/>
                                        <p:tgtEl>
                                          <p:spTgt spid="41"/>
                                        </p:tgtEl>
                                      </p:cBhvr>
                                    </p:animEffect>
                                    <p:anim calcmode="lin" valueType="num">
                                      <p:cBhvr additive="base">
                                        <p:cTn id="16" dur="420" fill="hold"/>
                                        <p:tgtEl>
                                          <p:spTgt spid="4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3,070,258</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7,947,581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159,409</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6,996</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and the ATC tree's own parent links. Both directions of the same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against the MeSH dictio</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16.8M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