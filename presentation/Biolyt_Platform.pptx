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17.1M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13,693,318 nodes   17,082,313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7,968,487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1,033,048</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162,876</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1,966</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 | icd_code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Tiers, most reliable f</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17.1M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