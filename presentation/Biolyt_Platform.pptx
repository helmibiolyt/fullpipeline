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50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17.1M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50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50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50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13,694,354 nodes   17,090,377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Ten registries, deliberately overlapping - the second registration of a study often carries the field the first </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10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158.1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II trial of gemcitabine in a fixed 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cris.nih.go.kr</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system_number</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KCT0000001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research_number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2009-0074</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research_title_en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Randomized, multicenter, open-labeled, two-a…</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41" name="Rounded Rectangle 40"/>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3" name="TextBox 42"/>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10.0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(4/4)</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2 PDF documents · 1.1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openalex.org</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OpenAlex. 8.70M works, 18.83 GB, in the lake and ready - deferred purely on disk: the graph host has 8.8 GB free and this needs…</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630.9 KB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9" name="Rounded Rectangle 18"/>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1" name="TextBox 20"/>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23" name="TextBox 22"/>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24" name="TextBox 23"/>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25" name="TextBox 24"/>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26" name="TextBox 25"/>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27" name="TextBox 26"/>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8" name="TextBox 27"/>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9" name="TextBox 28"/>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420"/>
                                        <p:tgtEl>
                                          <p:spTgt spid="29"/>
                                        </p:tgtEl>
                                      </p:cBhvr>
                                    </p:animEffect>
                                    <p:anim calcmode="lin" valueType="num">
                                      <p:cBhvr additive="base">
                                        <p:cTn id="12"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ten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7,970,506</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1,035,069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159,872</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1,966</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17.1M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63</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