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17.1M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13,677,791 nodes   17,070,522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3,070,232</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1,018,855</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161,539</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17.1M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